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Relationship Id="rId18" Type="http://schemas.openxmlformats.org/officeDocument/2006/relationships/presProps" Target="presProps.xml"/><Relationship Id="rId19" Type="http://schemas.openxmlformats.org/officeDocument/2006/relationships/viewProps" Target="viewProps.xml"/>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HIV-1 PROVIRAL U3 ANALYSIS  ·  PACBIO HIV-SMRTcap ARM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Pipeline re-run: methods, defects fixed, and results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Four Rakai-cohort SMRTcap proviral samples, run end to end on Slurm.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124_4   ·   128_5   ·   203_3   ·   211_0      (+ HXB2 / K03455.1 reference)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85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Objective 1: recover proviral U3 and map transcription-factor binding sites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427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This deck covers purpose, method, results, challenges and conclusions per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PURPOSE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What the pipeline has to establish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U3 is the HIV-1 promoter. Its TFBS content shapes transcription and latency.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Recover each sample's own U3 sequence, not the reference's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64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Map NF-kB / SP1 sites and compare across samples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406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Keep "not sequenced" distinguishable from "motif absent" at every step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47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Compare tool choices at each stage rather than trusting one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Stages, tools compared, and tools chosen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Every stage runs as a Slurm job; every stage writes a summary.tsv row per tool.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QC          NanoPlot / chopper                 -&gt; chopper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Extraction  minimap2 + N-strip provirus tool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Assembly    minimap2+bcftools | hifiasm        -&gt; reference-guided, 2 arms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MSA         MAFFT | MUSCLE | Clustal Omega     -&gt; MAFFT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U3          HXB2-anchored alignment liftover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7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Motifs      FIMO | TFBSTools | MOODS           -&gt; FIMO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50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Gquad       gquad | pqsfinder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53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Filtering   HIV-Intact | Poplars | HIVSeqinR   -&gt; HIV-Intact + Poplars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Two reference arms, one variable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The assembly step runs twice so the cost of the reference choice stays visible.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minimap2_consensus  -  HXB2 (subtype B) baseline, the coordinate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65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minimap2_bestref    -  closest LTR-complete Group M reference per sample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428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Both arms are the same pipeline over a different reference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69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Every downstream stage is run once per arm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511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hifiasm is kept as a reference-free comparator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THE DEFINING PROPERTY OF THIS DATA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These are amplicon libraries, not shotgun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Reads stack into a few discrete intervals; they do not tile the genome.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sample  regions  read groups (HXB2 coords)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3        814-8002 (x9); 1963-9719 (x7); 8986-9719 (x24)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3        1594-3333 (x1); 1594-7030 (x73); 2340-7030 (x1)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2        27-1106 (x10); 27-1193 (x9)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2        26-5120 (x21); 4410-6001 (x9)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9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B3261E"/>
                </a:solidFill>
                <a:latin typeface="Segoe UI"/>
              </a:rPr>
              <a:t>Consequence: hifiasm produced 0 contigs for 3 of 4 samples - no overlap graph exists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CHALLENGE 1  ·  INDEL CALLING WAS SILENTLY OFF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Zero indels called in all four samples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At 203_3 position 168 all 19 reads delete a T, yet no variant was called.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sample  call -c (was)       call -m   + mpileup -X pacbio-ccs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1097 SNV / 0 indel  1097 / 0  941 SNV / 24 indel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538 SNV / 0 indel   538 / 0   538 SNV / 17 indel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149 SNV / 0 indel   149 / 0   149 SNV / 13 indel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598 SNV / 0 indel   598 / 0   598 SNV / 11 indel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9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Fix: mpileup -X pacbio-ccs. Switching the caller alone changed nothing.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CHALLENGE 2  ·  MASKING CONFLATED TWO THINGS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"Deleted" was being reported as "not sequenced"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samtools depth counts bases, so a base deleted in every read reports depth 0.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sample  old intervals (interior)  new (interior)  called bases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14 (13)                   1 (0)           8826 -&gt; 8915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6 (4)                     2 (0)           5430 -&gt; 5469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8 (6)                     2 (0)           1153 -&gt; 1178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7 (5)                     2 (0)           5969 -&gt; 5977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9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Fix: derive coverage from read alignment spans. Interior masking now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ASSEMBLY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Reference-guided consensus, both arms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177500"/>
            <a:ext cx="11064240" cy="86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Validity is called bases (non-N), not total length: 9719bp that is 88% N is not a genome.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9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sample  arm      len   called  %N     valid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2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HXB2     9728  8914    8.36  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5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bestref  9694  8829    8.92  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8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HXB2     9751  5469    43.91 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1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bestref  9751  5469    43.91 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4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HXB2     9730  1178    87.89  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47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bestref  9807  1134    88.43  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50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HXB2     9720  5976    38.51  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5307500"/>
            <a:ext cx="11064240" cy="7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bestref  9747  5958    38.87  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5807500"/>
            <a:ext cx="11064240" cy="80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Only 124_4 clears the 8000 called-base threshold, in both arms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MULTIPLE SEQUENCE ALIGNMENT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All three aligners preserved sequence integrity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472500"/>
            <a:ext cx="11064240" cy="11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Every aligner returned each record at its exact ungapped length - nothing altered.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tool      arm                 columns         gap%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mafft     minimap2_consensus  9855.0 columns  1.3% gap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muscle    minimap2_consensus  9830.0 columns  1.0% gap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clustalo  minimap2_consensus  9823.0 columns  1.0% gap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mafft     minimap2_bestref    9841.0 columns  1.0% gap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7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muscle    minimap2_bestref    9850.0 columns  1.1% gap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5002500"/>
            <a:ext cx="11064240" cy="10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clustalo  minimap2_bestref    9854.0 columns  1.1% gap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5502500"/>
            <a:ext cx="11064240" cy="11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B3261E"/>
                </a:solidFill>
                <a:latin typeface="Segoe UI"/>
              </a:rPr>
              <a:t>Clustal Omega treats N as alignable: on collinear input it inserted 49 false indels per record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U3 RECOVERY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Each sample now uses whichever LTR it actually sequenced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Both LTRs are identical in an integrated provirus, but an amplicon may reach only one.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record    ltr_used  called_5prime  called_3prime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K03455.1  5-prime   453            454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  3-prime   0              474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  5-prime   0             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  5-prime   428           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7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  5-prime   428            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52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124_4 switches to its 3' copy - 474 called bases where the 5' copy had none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TWO ARTIFACTS ELIMINATED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124_4 recovered, 128_5 correctly excluded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Previously two samples returned U3 byte-identical to HXB2, so their motifs were HXB2's.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sample  BEFORE (artifact)  AFTER (this run)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5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identical to HXB2  474bp U3, 147 diffs, 3' LTR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8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128_5   identical to HXB2  not recovered - excluded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1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real (5' LTR)      real, 454bp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430000"/>
            <a:ext cx="11064240" cy="1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real (5' LTR)      real, 453bp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9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128_5 has no U3 coverage at either LTR and is now auto-excluded, not silently reported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A CANDIDATE FINDING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124_4 carries a 21 bp insertion in its 3' U3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Real sequence, zero N, inside the regulatory region.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Reproduced against BOTH references - not a reference artifact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64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All three aligners agree on its presence and size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406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Placement inside the run is ambiguous - the signature of a tandem duplication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47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Sequence resembles adjacent HXB2 U3 containing ACTGCTGACA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509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B3261E"/>
                </a:solidFill>
                <a:latin typeface="Segoe UI"/>
              </a:rPr>
              <a:t>Only visible after all three fixes: indel calling, span mask, and LTR choice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MOTIF MAPPING (FIMO)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Real per-sample TFBS profiles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885000"/>
            <a:ext cx="11064240" cy="5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HXB2's own hits are unchanged across the re-run, which serves as the control.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6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sequence  motif  position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9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  RELA   371-380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2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124_4     RELA   384-393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5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  RELA   364-373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8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  SP1    375-383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1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203_3     SP1    389-397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44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  NFKB1  65-77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7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  RELA   350-359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50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  RELA   364-373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53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211_0     SP1    389-397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56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K03455.1  RELA   350-359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8640" y="59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K03455.1  RELA   364-373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8640" y="6215000"/>
            <a:ext cx="11064240" cy="4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K03455.1  SP1    388-396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RESULT  ·  BIOLOGICAL FILTERING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A verdict only means something where the gene was read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172500"/>
            <a:ext cx="11064240" cy="8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Per-gene read coverage decides whether an intactness call is supported at all.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9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gene  124_4  128_5  203_3  211_0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2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gag   98%    47%    27%    100%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5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pol   100%   100%   0%     100%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8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vif   100%   100%   0%     100%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41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vpr   100%   100%   0%     100%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4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tat   100%   82%    0%     66%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47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rev   100%   22%    0%     9%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50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env   100%   31%    0%     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5302500"/>
            <a:ext cx="11064240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Consolas"/>
              </a:rPr>
              <a:t>nef   100%   0%     0%     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5802500"/>
            <a:ext cx="11064240" cy="8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C8603A"/>
                </a:solidFill>
                <a:latin typeface="Segoe UI"/>
              </a:rPr>
              <a:t>HIV-Intact: 1 intact, 4 non-intact - and HXB2 is the intact one (control passes)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CONCLUSIONS  ·  AND WHAT REMAINS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85800"/>
            <a:ext cx="110642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A1A17"/>
                </a:solidFill>
                <a:latin typeface="Segoe UI"/>
              </a:rPr>
              <a:t>Where the analysis now stands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5240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2500000"/>
            <a:ext cx="1106424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0" i="0">
                <a:solidFill>
                  <a:srgbClr val="5A5A52"/>
                </a:solidFill>
                <a:latin typeface="Segoe UI"/>
              </a:rPr>
              <a:t>The pipeline runs end to end and no longer reports reference sequence as sample data.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23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3 of 4 samples yield genuine U3; 128_5 is excluded on evidence, not assumption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364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Subtype-matching helps only 203_3 (162 -&gt; 95 variants); a wash elsewhere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4060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0" i="0">
                <a:solidFill>
                  <a:srgbClr val="1A1A17"/>
                </a:solidFill>
                <a:latin typeface="Segoe UI"/>
              </a:rPr>
              <a:t>•  HIVSeqinR needs primer-flanked full genomes - unsuitable for amplicon input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4675000"/>
            <a:ext cx="1106424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 i="0">
                <a:solidFill>
                  <a:srgbClr val="B3261E"/>
                </a:solidFill>
                <a:latin typeface="Segoe UI"/>
              </a:rPr>
              <a:t>Open: report motifs as named sites (LANL) so cross-sample positions are comparable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xsi="http://www.w3.org/2001/XMLSchema-instance">
  <dc:title>Motif-mapping tool comparison - PacBio HIV-SMRTcap arm</dc:title>
  <dc:subject>FIMO vs TFBSTools; gquad vs pqsfinder</dc:subject>
  <cp:revision>1</cp:revision>
</cp:coreProperties>
</file>